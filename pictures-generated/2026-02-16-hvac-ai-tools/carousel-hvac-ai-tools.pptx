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✦ 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TOOLS </a:t>
            </a:r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</a:t>
            </a:r>
            <a:pPr indent="0" marL="0">
              <a:lnSpc>
                <a:spcPts val="4200"/>
              </a:lnSpc>
              <a:buNone/>
            </a:pP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 ARE USING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SAVE 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HOURS/WEEK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AI opportunities are in businesses nobody talks about.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6126480" cy="2743200"/>
          </a:xfrm>
          <a:prstGeom prst="roundRect">
            <a:avLst>
              <a:gd name="adj" fmla="val 5000"/>
            </a:avLst>
          </a:prstGeom>
          <a:solidFill>
            <a:srgbClr val="E861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4048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INSIDE: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 tools saving real time &amp; money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Exact costs and setup times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ROI that shows up in week one</a:t>
            </a:r>
            <a:endParaRPr lang="en-US" sz="1800" dirty="0"/>
          </a:p>
        </p:txBody>
      </p:sp>
      <p:pic>
        <p:nvPicPr>
          <p:cNvPr id="9" name="Image 0" descr="/Users/diegovences/Desktop/Diego Vences/Projects/GitHub/Cursor/co-writter/assets/photos/diego-cut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6583680"/>
            <a:ext cx="210312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8138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8138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92240" cy="8183880"/>
          </a:xfrm>
          <a:prstGeom prst="roundRect">
            <a:avLst>
              <a:gd name="adj" fmla="val 2113"/>
            </a:avLst>
          </a:prstGeom>
          <a:ln w="254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HVAC businesses are
</a:t>
            </a:r>
            <a:pPr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DROWNING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manual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402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Missed calls while on the job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290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No-shows eating into revenue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Chasing unpaid invoices weekly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557784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8064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 Phone tag with customers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713232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E8611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7132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sitting on the table.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7955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92240" cy="8183880"/>
          </a:xfrm>
          <a:prstGeom prst="roundRect">
            <a:avLst>
              <a:gd name="adj" fmla="val 2113"/>
            </a:avLst>
          </a:prstGeom>
          <a:ln w="254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Virtual Agent
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</a:t>
            </a:r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943600" cy="2743200"/>
          </a:xfrm>
          <a:prstGeom prst="roundRect">
            <a:avLst>
              <a:gd name="adj" fmla="val 3333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calls/texts at 3am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appointments automatically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FAQs (pricing, availability)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861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760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$50-150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5669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5760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
</a:t>
            </a:r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20-30%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leads captured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7955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92240" cy="8183880"/>
          </a:xfrm>
          <a:prstGeom prst="roundRect">
            <a:avLst>
              <a:gd name="adj" fmla="val 2113"/>
            </a:avLst>
          </a:prstGeom>
          <a:ln w="254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 &amp; Dispatch
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</a:t>
            </a:r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943600" cy="2377440"/>
          </a:xfrm>
          <a:prstGeom prst="roundRect">
            <a:avLst>
              <a:gd name="adj" fmla="val 3846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Auto-builds daily routes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technician assignments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Reshuffles when jobs cancel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ServiceTitan Atlas, Quantra, Housecall 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594360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E8611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943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HOURS/WEEK
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in your schedule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0" y="7955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92240" cy="8183880"/>
          </a:xfrm>
          <a:prstGeom prst="roundRect">
            <a:avLst>
              <a:gd name="adj" fmla="val 2113"/>
            </a:avLst>
          </a:prstGeom>
          <a:ln w="254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
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</a:t>
            </a:r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60%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943600" cy="2377440"/>
          </a:xfrm>
          <a:prstGeom prst="roundRect">
            <a:avLst>
              <a:gd name="adj" fmla="val 3846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text 24hrs before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text 2hrs before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non-confirmations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53035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61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394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53035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5394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
</a:t>
            </a:r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685800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6858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Save $2K+/month in wasted trips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7955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92240" cy="8183880"/>
          </a:xfrm>
          <a:prstGeom prst="roundRect">
            <a:avLst>
              <a:gd name="adj" fmla="val 2113"/>
            </a:avLst>
          </a:prstGeom>
          <a:ln w="254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&amp; Invoice Follow-ups
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</a:t>
            </a:r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943600" cy="2560320"/>
          </a:xfrm>
          <a:prstGeom prst="roundRect">
            <a:avLst>
              <a:gd name="adj" fmla="val 3571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Auto-reminder at 3, 7, 14 days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follow-ups before they go cold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payment escalation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5029200" cy="1371600"/>
          </a:xfrm>
          <a:prstGeom prst="roundRect">
            <a:avLst>
              <a:gd name="adj" fmla="val 10000"/>
            </a:avLst>
          </a:prstGeom>
          <a:solidFill>
            <a:srgbClr val="E8611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4864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RECOVERED
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$2K+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7955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92240" cy="8183880"/>
          </a:xfrm>
          <a:prstGeom prst="roundRect">
            <a:avLst>
              <a:gd name="adj" fmla="val 2113"/>
            </a:avLst>
          </a:prstGeom>
          <a:ln w="254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Diagnostics
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</a:t>
            </a:r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943600" cy="2560320"/>
          </a:xfrm>
          <a:prstGeom prst="roundRect">
            <a:avLst>
              <a:gd name="adj" fmla="val 3571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MeasureQuick captures real-time data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pinpoints system issues
</a:t>
            </a:r>
            <a:pPr indent="0" marL="0">
              <a:buNone/>
            </a:pPr>
            <a:r>
              <a:rPr lang="en-US" sz="16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techs through repairs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0"/>
            <a:ext cx="5943600" cy="1371600"/>
          </a:xfrm>
          <a:prstGeom prst="roundRect">
            <a:avLst>
              <a:gd name="adj" fmla="val 6667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486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
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fixes. Fewer callbacks.
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customers.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7955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92240" cy="8183880"/>
          </a:xfrm>
          <a:prstGeom prst="roundRect">
            <a:avLst>
              <a:gd name="adj" fmla="val 2113"/>
            </a:avLst>
          </a:prstGeom>
          <a:ln w="25400">
            <a:solidFill>
              <a:srgbClr val="E86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BORING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pays for itself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investment:  </a:t>
            </a:r>
            <a:pPr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$100-300/month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  </a:t>
            </a:r>
            <a:pPr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hours/week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3D3D3D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062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 </a:t>
            </a:r>
            <a:pPr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up in week 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5303520"/>
            <a:ext cx="5943600" cy="1463040"/>
          </a:xfrm>
          <a:prstGeom prst="roundRect">
            <a:avLst>
              <a:gd name="adj" fmla="val 9375"/>
            </a:avLst>
          </a:prstGeom>
          <a:solidFill>
            <a:srgbClr val="E861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53035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aren't cutting-edge AI experiments.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simple tools that free you to focus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what matters: running your business.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7040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automate first?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7863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ACHR News, Housecall Pro, ServiceTitan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AI Tools HVAC Contractors Are Using</dc:title>
  <dc:subject>PptxGenJS Presentation</dc:subject>
  <dc:creator>Diego Vences</dc:creator>
  <cp:lastModifiedBy>Diego Vences</cp:lastModifiedBy>
  <cp:revision>1</cp:revision>
  <dcterms:created xsi:type="dcterms:W3CDTF">2026-02-17T01:02:56Z</dcterms:created>
  <dcterms:modified xsi:type="dcterms:W3CDTF">2026-02-17T01:02:56Z</dcterms:modified>
</cp:coreProperties>
</file>