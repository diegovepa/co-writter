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CHECKBOXES → TO PATTERNS</a:t>
            </a:r>
            <a:endParaRPr lang="en-US" sz="2800" dirty="0"/>
          </a:p>
        </p:txBody>
      </p:sp>
      <p:pic>
        <p:nvPicPr>
          <p:cNvPr id="5" name="Image 0" descr="/Users/diegovences/Desktop/Diego Vences/Projects/GitHub/Cursor/co-writter/content-library/2026-02-16-claude-extensions-workflows/slides/excel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0"/>
            <a:ext cx="63093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5669280"/>
            <a:ext cx="6309360" cy="2011680"/>
          </a:xfrm>
          <a:prstGeom prst="roundRect">
            <a:avLst>
              <a:gd name="adj" fmla="val 4545"/>
            </a:avLst>
          </a:prstGeom>
          <a:solidFill>
            <a:srgbClr val="3D3D3D"/>
          </a:solidFill>
          <a:ln w="25400">
            <a:solidFill>
              <a:srgbClr val="E861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8521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used to track habits in rows.
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 see what's actually working."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6751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 consistency visible at a glance
</a:t>
            </a:r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summarizes structure automatically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7955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0" y="7955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MANUAL FORMATTING → TO BRAND LOCK</a:t>
            </a:r>
            <a:endParaRPr lang="en-US" sz="2600" dirty="0"/>
          </a:p>
        </p:txBody>
      </p:sp>
      <p:pic>
        <p:nvPicPr>
          <p:cNvPr id="5" name="Image 0" descr="/Users/diegovences/Desktop/Diego Vences/Projects/GitHub/Cursor/co-writter/content-library/2026-02-16-claude-extensions-workflows/slides/powerpoint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0"/>
            <a:ext cx="63093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5669280"/>
            <a:ext cx="6309360" cy="2011680"/>
          </a:xfrm>
          <a:prstGeom prst="roundRect">
            <a:avLst>
              <a:gd name="adj" fmla="val 4545"/>
            </a:avLst>
          </a:prstGeom>
          <a:solidFill>
            <a:srgbClr val="3D3D3D"/>
          </a:solidFill>
          <a:ln w="25400">
            <a:solidFill>
              <a:srgbClr val="E861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8521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"Same colors. Every deck.
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thinking about it."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6751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checklist in sidebar
</a:t>
            </a:r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+ dark mode applied automatically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7955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0" y="7955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3716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STUCK → TO SOLVED</a:t>
            </a:r>
            <a:endParaRPr lang="en-US" sz="2800" dirty="0"/>
          </a:p>
        </p:txBody>
      </p:sp>
      <p:pic>
        <p:nvPicPr>
          <p:cNvPr id="5" name="Image 0" descr="/Users/diegovences/Desktop/Diego Vences/Projects/GitHub/Cursor/co-writter/content-library/2026-02-16-claude-extensions-workflows/slides/vapi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0"/>
            <a:ext cx="63093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5669280"/>
            <a:ext cx="6309360" cy="2011680"/>
          </a:xfrm>
          <a:prstGeom prst="roundRect">
            <a:avLst>
              <a:gd name="adj" fmla="val 4545"/>
            </a:avLst>
          </a:prstGeom>
          <a:solidFill>
            <a:srgbClr val="3D3D3D"/>
          </a:solidFill>
          <a:ln w="25400">
            <a:solidFill>
              <a:srgbClr val="E861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8521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 hour debugging.
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 with Claude."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6751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Walked me through the Vapi AI fix
</a:t>
            </a:r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understands what's on screen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371600" y="7772400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E8611A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7772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work. Less friction.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7772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Extensions in Action</dc:title>
  <dc:subject>PptxGenJS Presentation</dc:subject>
  <dc:creator>Diego Vences</dc:creator>
  <cp:lastModifiedBy>Diego Vences</cp:lastModifiedBy>
  <cp:revision>1</cp:revision>
  <dcterms:created xsi:type="dcterms:W3CDTF">2026-02-16T23:49:08Z</dcterms:created>
  <dcterms:modified xsi:type="dcterms:W3CDTF">2026-02-16T23:49:08Z</dcterms:modified>
</cp:coreProperties>
</file>