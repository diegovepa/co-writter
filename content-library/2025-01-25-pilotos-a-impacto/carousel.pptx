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1395" y="0"/>
            <a:ext cx="749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+ +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596801"/>
            <a:ext cx="5842099" cy="1914823"/>
          </a:xfrm>
          <a:prstGeom prst="roundRect">
            <a:avLst>
              <a:gd name="adj" fmla="val 795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7639" y="914251"/>
            <a:ext cx="492272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of AI pilots fail.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464801" y="2956024"/>
            <a:ext cx="392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why—and how to be the 5%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1933" y="6150025"/>
            <a:ext cx="1373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90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8100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49529" y="838200"/>
            <a:ext cx="59589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Trap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1679525"/>
            <a:ext cx="5334000" cy="193059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8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commitment</a:t>
            </a:r>
            <a:endParaRPr lang="en-US" sz="2000" dirty="0"/>
          </a:p>
          <a:p>
            <a:pPr algn="l" marL="190500" indent="-190500">
              <a:lnSpc>
                <a:spcPts val="38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 demos</a:t>
            </a:r>
            <a:endParaRPr lang="en-US" sz="2000" dirty="0"/>
          </a:p>
          <a:p>
            <a:pPr algn="l" marL="190500" indent="-190500">
              <a:lnSpc>
                <a:spcPts val="38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says "we're doing AI"</a:t>
            </a:r>
            <a:endParaRPr lang="en-US" sz="2000" dirty="0"/>
          </a:p>
          <a:p>
            <a:pPr algn="l" marL="190500" indent="-190500">
              <a:lnSpc>
                <a:spcPts val="38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budget approval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9529" y="5534174"/>
            <a:ext cx="59589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150"/>
              </a:spcBef>
              <a:spcAft>
                <a:spcPts val="15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pilots are designed to succeed in isolation.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1745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711101"/>
            <a:ext cx="62179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is 80% of the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65077"/>
            <a:ext cx="2794099" cy="4143821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8419" y="2410718"/>
            <a:ext cx="22931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419" y="3217069"/>
            <a:ext cx="229316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800"/>
              </a:spcBef>
              <a:spcAft>
                <a:spcPts val="3800"/>
              </a:spcAft>
              <a:buNone/>
            </a:pPr>
            <a:r>
              <a:rPr lang="en-US" sz="3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58419" y="4388495"/>
            <a:ext cx="229316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AI selection</a:t>
            </a:r>
            <a:endParaRPr lang="en-US" sz="1300" dirty="0"/>
          </a:p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55950" y="1565077"/>
            <a:ext cx="2794099" cy="4143821"/>
          </a:xfrm>
          <a:prstGeom prst="roundRect">
            <a:avLst>
              <a:gd name="adj" fmla="val 5454"/>
            </a:avLst>
          </a:prstGeom>
          <a:solidFill>
            <a:srgbClr val="2D2D2D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6419" y="2410718"/>
            <a:ext cx="22931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06419" y="3217069"/>
            <a:ext cx="229316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800"/>
              </a:spcBef>
              <a:spcAft>
                <a:spcPts val="3800"/>
              </a:spcAft>
              <a:buNone/>
            </a:pPr>
            <a:r>
              <a:rPr lang="en-US" sz="3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20/80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806419" y="4388495"/>
            <a:ext cx="229316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AI selection</a:t>
            </a:r>
            <a:endParaRPr lang="en-US" sz="1300" dirty="0"/>
          </a:p>
          <a:p>
            <a:pPr algn="ctr" indent="0" marL="0">
              <a:lnSpc>
                <a:spcPts val="1820"/>
              </a:lnSpc>
              <a:spcBef>
                <a:spcPts val="10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8100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838200"/>
            <a:ext cx="62179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3000"/>
              </a:spcAft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workflow, not technology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3506" y="2149376"/>
            <a:ext cx="453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2851" y="2022277"/>
            <a:ext cx="5311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2851" y="2447627"/>
            <a:ext cx="5311342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AI. What should we do with it?"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3506" y="3778300"/>
            <a:ext cx="453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2851" y="3651200"/>
            <a:ext cx="5311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2851" y="4076551"/>
            <a:ext cx="5311342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 bottleneck. Could AI help?"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73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8100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838200"/>
            <a:ext cx="62179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AI is invisible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622375"/>
            <a:ext cx="5588198" cy="1371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Pre-fills forms users already use</a:t>
            </a:r>
            <a:endParaRPr lang="en-US" sz="18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emails in existing tools</a:t>
            </a:r>
            <a:endParaRPr lang="en-US" sz="18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insights in current dashboards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9529" y="5534174"/>
            <a:ext cx="59589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2"/>
              </a:spcBef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isn't training. It's design.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1745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774650"/>
            <a:ext cx="62179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business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711077"/>
            <a:ext cx="2794099" cy="3997821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3750" y="3128963"/>
            <a:ext cx="2422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750" y="3681413"/>
            <a:ext cx="24224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processed 10,000 documents with AI"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55950" y="1711077"/>
            <a:ext cx="2794099" cy="3997821"/>
          </a:xfrm>
          <a:prstGeom prst="roundRect">
            <a:avLst>
              <a:gd name="adj" fmla="val 5454"/>
            </a:avLst>
          </a:prstGeom>
          <a:solidFill>
            <a:srgbClr val="2D2D2D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1750" y="3128963"/>
            <a:ext cx="2422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1750" y="3681413"/>
            <a:ext cx="24224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time: 2 days to 2 hours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580" y="381000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838200"/>
            <a:ext cx="62179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3000"/>
              </a:spcAft>
              <a:buNone/>
            </a:pPr>
            <a:r>
              <a:rPr lang="en-US" sz="3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Scale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4901" y="2095500"/>
            <a:ext cx="342900" cy="342900"/>
          </a:xfrm>
          <a:prstGeom prst="roundRect">
            <a:avLst>
              <a:gd name="adj" fmla="val 14815"/>
            </a:avLst>
          </a:prstGeom>
          <a:noFill/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68301" y="2133600"/>
            <a:ext cx="265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 pain point?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3009900"/>
            <a:ext cx="342900" cy="342900"/>
          </a:xfrm>
          <a:prstGeom prst="roundRect">
            <a:avLst>
              <a:gd name="adj" fmla="val 14815"/>
            </a:avLst>
          </a:prstGeom>
          <a:noFill/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8301" y="3048000"/>
            <a:ext cx="3019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(not just IT)?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924300"/>
            <a:ext cx="342900" cy="342900"/>
          </a:xfrm>
          <a:prstGeom prst="roundRect">
            <a:avLst>
              <a:gd name="adj" fmla="val 14815"/>
            </a:avLst>
          </a:prstGeom>
          <a:noFill/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8301" y="3962400"/>
            <a:ext cx="30588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existing tools?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4901" y="4838700"/>
            <a:ext cx="342900" cy="342900"/>
          </a:xfrm>
          <a:prstGeom prst="roundRect">
            <a:avLst>
              <a:gd name="adj" fmla="val 14815"/>
            </a:avLst>
          </a:prstGeom>
          <a:noFill/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8301" y="4876800"/>
            <a:ext cx="1166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ROI?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-68580" y="614050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50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2712" y="0"/>
            <a:ext cx="6246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+ +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03200"/>
            <a:ext cx="5842099" cy="1564481"/>
          </a:xfrm>
          <a:prstGeom prst="roundRect">
            <a:avLst>
              <a:gd name="adj" fmla="val 9741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2818" y="857101"/>
            <a:ext cx="5052364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beats innovation.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9537" y="2548682"/>
            <a:ext cx="48389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something that connects. Improve it later.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5749" y="3123307"/>
            <a:ext cx="40463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killed more AI pilots at your company?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1933" y="6150025"/>
            <a:ext cx="1373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182"/>
              </a:spcBef>
              <a:spcAft>
                <a:spcPts val="4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@DiegoVences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Pilotos a Impacto - Why 95% of AI Pilots Fail</dc:title>
  <dc:subject>LinkedIn Carousel</dc:subject>
  <dc:creator>Diego Vences</dc:creator>
  <cp:lastModifiedBy>Diego Vences</cp:lastModifiedBy>
  <cp:revision>1</cp:revision>
  <dcterms:created xsi:type="dcterms:W3CDTF">2026-01-26T05:17:54Z</dcterms:created>
  <dcterms:modified xsi:type="dcterms:W3CDTF">2026-01-26T05:17:54Z</dcterms:modified>
</cp:coreProperties>
</file>