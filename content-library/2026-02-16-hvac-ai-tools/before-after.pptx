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6858000" cy="8572500"/>
  <p:notesSz cx="85725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2D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37160"/>
          </a:xfrm>
          <a:prstGeom prst="rect">
            <a:avLst/>
          </a:prstGeom>
          <a:solidFill>
            <a:srgbClr val="E8611A"/>
          </a:solidFill>
          <a:ln/>
        </p:spPr>
      </p:sp>
      <p:sp>
        <p:nvSpPr>
          <p:cNvPr id="3" name="Text 1"/>
          <p:cNvSpPr/>
          <p:nvPr/>
        </p:nvSpPr>
        <p:spPr>
          <a:xfrm>
            <a:off x="4846320" y="274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@DiegoVences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6126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HVAC BUSINESS: BEFORE → AFTER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changes with simple AI tools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2926080" cy="548640"/>
          </a:xfrm>
          <a:prstGeom prst="roundRect">
            <a:avLst>
              <a:gd name="adj" fmla="val 16667"/>
            </a:avLst>
          </a:prstGeom>
          <a:solidFill>
            <a:srgbClr val="3D3D3D"/>
          </a:solidFill>
          <a:ln w="25400">
            <a:solidFill>
              <a:srgbClr val="DC35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7373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BEFORE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566160" y="1737360"/>
            <a:ext cx="2926080" cy="548640"/>
          </a:xfrm>
          <a:prstGeom prst="roundRect">
            <a:avLst>
              <a:gd name="adj" fmla="val 16667"/>
            </a:avLst>
          </a:prstGeom>
          <a:solidFill>
            <a:srgbClr val="3D3D3D"/>
          </a:solidFill>
          <a:ln w="25400">
            <a:solidFill>
              <a:srgbClr val="28A7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0" y="17373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AFTER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65760" y="256032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3D3D3D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6974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no-shows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108960" y="2560320"/>
            <a:ext cx="640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6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3566160" y="256032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3D3D3D"/>
          </a:solidFill>
          <a:ln w="12700">
            <a:solidFill>
              <a:srgbClr val="E861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0" y="26974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6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 no-shows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365760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3D3D3D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7947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hrs/week scheduling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108960" y="3657600"/>
            <a:ext cx="640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6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3566160" y="365760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3D3D3D"/>
          </a:solidFill>
          <a:ln w="12700">
            <a:solidFill>
              <a:srgbClr val="E861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0" y="37947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6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routing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65760" y="475488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3D3D3D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8920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Chasing invoices manually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08960" y="4754880"/>
            <a:ext cx="640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6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3566160" y="475488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3D3D3D"/>
          </a:solidFill>
          <a:ln w="12700">
            <a:solidFill>
              <a:srgbClr val="E861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0" y="48920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6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Auto-reminders at 3, 7, 14 days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65760" y="585216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3D3D3D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59893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Missed calls = lost leads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108960" y="5852160"/>
            <a:ext cx="640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6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3566160" y="585216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3D3D3D"/>
          </a:solidFill>
          <a:ln w="12700">
            <a:solidFill>
              <a:srgbClr val="E8611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0" y="59893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6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 virtual agent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694944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3D3D3D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70866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$2K+/month lost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108960" y="6949440"/>
            <a:ext cx="640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6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33" name="Shape 31"/>
          <p:cNvSpPr/>
          <p:nvPr/>
        </p:nvSpPr>
        <p:spPr>
          <a:xfrm>
            <a:off x="3566160" y="694944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3D3D3D"/>
          </a:solidFill>
          <a:ln w="12700">
            <a:solidFill>
              <a:srgbClr val="E8611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0" y="70866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6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$2K+/month recovered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65760" y="7132320"/>
            <a:ext cx="6126480" cy="914400"/>
          </a:xfrm>
          <a:prstGeom prst="roundRect">
            <a:avLst>
              <a:gd name="adj" fmla="val 15000"/>
            </a:avLst>
          </a:prstGeom>
          <a:solidFill>
            <a:srgbClr val="E8611A"/>
          </a:solidFill>
          <a:ln/>
        </p:spPr>
      </p:sp>
      <p:sp>
        <p:nvSpPr>
          <p:cNvPr id="36" name="Text 34"/>
          <p:cNvSpPr/>
          <p:nvPr/>
        </p:nvSpPr>
        <p:spPr>
          <a:xfrm>
            <a:off x="365760" y="7132320"/>
            <a:ext cx="6126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investment: $100-300/month. ROI: Week one.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365760" y="8229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@DiegoVences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HVAC BUSINESS: BEFORE → AFTER</dc:title>
  <dc:subject>PptxGenJS Presentation</dc:subject>
  <dc:creator>Diego Vences</dc:creator>
  <cp:lastModifiedBy>Diego Vences</cp:lastModifiedBy>
  <cp:revision>1</cp:revision>
  <dcterms:created xsi:type="dcterms:W3CDTF">2026-02-17T03:25:29Z</dcterms:created>
  <dcterms:modified xsi:type="dcterms:W3CDTF">2026-02-17T03:25:29Z</dcterms:modified>
</cp:coreProperties>
</file>